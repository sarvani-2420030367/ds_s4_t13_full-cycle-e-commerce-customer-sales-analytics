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C4A94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RetailIQ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E-Commerce Transaction Data into Strategic Business Intelligence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scope:  </a:t>
            </a:r>
            <a:pPr indent="0" marL="0">
              <a:buNone/>
            </a:pPr>
            <a:r>
              <a:rPr lang="en-US" sz="130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E-Commerce Transactions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areas:  </a:t>
            </a:r>
            <a:pPr indent="0" marL="0">
              <a:buNone/>
            </a:pPr>
            <a:r>
              <a:rPr lang="en-US" sz="130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Customer Segmentation · Market Basket Analysis · Sales Forecasting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generate massive volumes of transactional data every day — orders, customer demographics, product categories, pricing, discounts, and payments. Most businesses fail to convert this raw data into actionable insight due to a lack of structured analytical process.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RetailIQ is a full-cycle data analytics project built on a 2024–2025 e-commerce dataset — combining EDA, customer segmentation, and predictive modeling to turn transactional records into strategic business intelligence.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52360" y="1417320"/>
            <a:ext cx="4114800" cy="4617720"/>
          </a:xfrm>
          <a:prstGeom prst="rect">
            <a:avLst>
              <a:gd name="adj" fmla="val 1778"/>
            </a:avLst>
          </a:prstGeom>
          <a:solidFill>
            <a:srgbClr val="F7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09560" y="2167128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 &amp; timestamps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09560" y="2825496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807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09560" y="3483864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4655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&amp; pricing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909560" y="4142232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4123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&amp; promotions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09560" y="4800600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4782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information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systematic analytical pipeline, e-commerce businesses miss opportunities for targeted marketing, inventory optimization, and revenue growth.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196596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1540" y="21717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" y="2171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67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Blind Spots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identify most valuable customers vs. those at risk of churn.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394960" cy="196596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06540" y="21717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606540" y="2171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2167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Product Performance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20840" y="2880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drive revenue &amp; profit vs. which underperform stays unclear.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394960" cy="196596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1540" y="44577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" y="4457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453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Cross-Sell Patterns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05840" y="5166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patterns — which products are bought together — go unrecognized.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251960"/>
            <a:ext cx="5394960" cy="196596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06540" y="44577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606540" y="4457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69480" y="4453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Over Data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720840" y="5166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forecasts rely on gut feeling instead of data-driven prediction.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— The Analytics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029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end-to-end pipeline turning raw transactional data into decision-ready insight.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60120" y="3246120"/>
            <a:ext cx="10268712" cy="0"/>
          </a:xfrm>
          <a:prstGeom prst="line">
            <a:avLst/>
          </a:prstGeom>
          <a:noFill/>
          <a:ln w="38100">
            <a:solidFill>
              <a:srgbClr val="D9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9260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-137160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0" cy="320040"/>
          </a:xfrm>
          <a:prstGeom prst="line">
            <a:avLst/>
          </a:prstGeom>
          <a:noFill/>
          <a:ln w="19050">
            <a:solidFill>
              <a:srgbClr val="D9DC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38172" y="29260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2138172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80972" y="3840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(EDA)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58212" y="3566160"/>
            <a:ext cx="0" cy="274320"/>
          </a:xfrm>
          <a:prstGeom prst="line">
            <a:avLst/>
          </a:prstGeom>
          <a:noFill/>
          <a:ln w="19050">
            <a:solidFill>
              <a:srgbClr val="D9DC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956304" y="29260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3956304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99104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(Segmentation)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76344" y="2926080"/>
            <a:ext cx="0" cy="320040"/>
          </a:xfrm>
          <a:prstGeom prst="line">
            <a:avLst/>
          </a:prstGeom>
          <a:noFill/>
          <a:ln w="19050">
            <a:solidFill>
              <a:srgbClr val="D9DCE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774436" y="29260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774436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17236" y="3840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Sales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94476" y="3566160"/>
            <a:ext cx="0" cy="274320"/>
          </a:xfrm>
          <a:prstGeom prst="line">
            <a:avLst/>
          </a:prstGeom>
          <a:noFill/>
          <a:ln w="19050">
            <a:solidFill>
              <a:srgbClr val="D9DCE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592568" y="29260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7592568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35368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12608" y="2926080"/>
            <a:ext cx="0" cy="320040"/>
          </a:xfrm>
          <a:prstGeom prst="line">
            <a:avLst/>
          </a:prstGeom>
          <a:noFill/>
          <a:ln w="19050">
            <a:solidFill>
              <a:srgbClr val="D9DCE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410700" y="29260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94107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53500" y="3840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30740" y="3566160"/>
            <a:ext cx="0" cy="274320"/>
          </a:xfrm>
          <a:prstGeom prst="line">
            <a:avLst/>
          </a:prstGeom>
          <a:noFill/>
          <a:ln w="19050">
            <a:solidFill>
              <a:srgbClr val="D9DCE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1228832" y="29260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1" name="Text 29"/>
          <p:cNvSpPr/>
          <p:nvPr/>
        </p:nvSpPr>
        <p:spPr>
          <a:xfrm>
            <a:off x="11228832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771632" y="1828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1548872" y="2926080"/>
            <a:ext cx="0" cy="320040"/>
          </a:xfrm>
          <a:prstGeom prst="line">
            <a:avLst/>
          </a:prstGeom>
          <a:noFill/>
          <a:ln w="19050">
            <a:solidFill>
              <a:srgbClr val="D9DCE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40080" y="5349240"/>
            <a:ext cx="10881360" cy="1051560"/>
          </a:xfrm>
          <a:prstGeom prst="rect">
            <a:avLst>
              <a:gd name="adj" fmla="val 6957"/>
            </a:avLst>
          </a:prstGeom>
          <a:solidFill>
            <a:srgbClr val="F7F7F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3492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orders, customers &amp; products → cleaned data → trends &amp; segments → association rules → forecasts → one interactive dashboard.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in Detail (I)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257800" cy="4754880"/>
          </a:xfrm>
          <a:prstGeom prst="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916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7099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2633472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45059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values, duplicates &amp; inconsistent formatting 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3319272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13639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sales, revenue &amp; discount trends over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1560" y="4005072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82219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regional / category-wise performance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4690872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50799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seasonality and outliers in order volume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5394960"/>
            <a:ext cx="4526280" cy="502920"/>
          </a:xfrm>
          <a:prstGeom prst="rect">
            <a:avLst>
              <a:gd name="adj" fmla="val 10909"/>
            </a:avLst>
          </a:prstGeom>
          <a:solidFill>
            <a:srgbClr val="F7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3949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Matplotlib, Seaborn, Plotly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5257800" cy="4754880"/>
          </a:xfrm>
          <a:prstGeom prst="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6916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17099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29400" y="2606040"/>
            <a:ext cx="4526280" cy="685800"/>
          </a:xfrm>
          <a:prstGeom prst="rect">
            <a:avLst>
              <a:gd name="adj" fmla="val 8000"/>
            </a:avLst>
          </a:prstGeom>
          <a:solidFill>
            <a:srgbClr val="F7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0" y="26060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recently did the customer purchase?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3429000"/>
            <a:ext cx="4526280" cy="685800"/>
          </a:xfrm>
          <a:prstGeom prst="rect">
            <a:avLst>
              <a:gd name="adj" fmla="val 8000"/>
            </a:avLst>
          </a:prstGeom>
          <a:solidFill>
            <a:srgbClr val="F7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429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0" y="3429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they purchase?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4251960"/>
            <a:ext cx="4526280" cy="685800"/>
          </a:xfrm>
          <a:prstGeom prst="rect">
            <a:avLst>
              <a:gd name="adj" fmla="val 8000"/>
            </a:avLst>
          </a:prstGeom>
          <a:solidFill>
            <a:srgbClr val="F7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4251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29600" y="42519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they spend?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512064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Segments customers into groups such as Loyal, At-Risk, and New — enabling targeted engagement strategies for each.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in Detail (II)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2606040" cy="4480560"/>
          </a:xfrm>
          <a:prstGeom prst="rect">
            <a:avLst>
              <a:gd name="adj" fmla="val 28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8780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6687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Sales Performance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products/categories by revenue, profit margin &amp; growth trend.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463040"/>
            <a:ext cx="2606040" cy="4480560"/>
          </a:xfrm>
          <a:prstGeom prst="rect">
            <a:avLst>
              <a:gd name="adj" fmla="val 2807"/>
            </a:avLst>
          </a:prstGeom>
          <a:solidFill>
            <a:srgbClr val="F7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0852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53085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85032" y="2606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30752" y="34747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/ FP-Growth mine association rules for frequently co-purchased products.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64224" y="1463040"/>
            <a:ext cx="2606040" cy="4480560"/>
          </a:xfrm>
          <a:prstGeom prst="rect">
            <a:avLst>
              <a:gd name="adj" fmla="val 28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92924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9292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47104" y="2606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92824" y="34747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/ time-series models forecast future sales trends.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26296" y="1463040"/>
            <a:ext cx="2606040" cy="4480560"/>
          </a:xfrm>
          <a:prstGeom prst="rect">
            <a:avLst>
              <a:gd name="adj" fmla="val 2807"/>
            </a:avLst>
          </a:prstGeom>
          <a:solidFill>
            <a:srgbClr val="F7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54996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1025499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09176" y="2606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54896" y="347472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KPIs, charts &amp; recommendations into one visual interface.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846320"/>
        </p:xfrm>
        <a:graphic>
          <a:graphicData uri="http://schemas.openxmlformats.org/drawingml/2006/table">
            <a:tbl>
              <a:tblPr/>
              <a:tblGrid>
                <a:gridCol w="4023360"/>
                <a:gridCol w="6858000"/>
              </a:tblGrid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Manipulation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Matplotlib, Seaborn, Plotly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Basket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mlxtend (Apriori / FP-Growth)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/ Streamlit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(optional)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/ MySQL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Notebook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2743200"/>
          </a:xfrm>
          <a:prstGeom prst="rect">
            <a:avLst>
              <a:gd name="adj" fmla="val 2667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10241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RetailIQ transforms raw transactional data into strategic business insight using a 2024–2025 e-commerce dataset spanning orders, customers, products, and sales. It applies data cleaning, exploratory analysis, RFM-based segmentation, market basket analysis, and ML-based sales prediction — visualized through an interactive dashboard for stakeholders to monitor KPIs, high-value segments, product trends, and data-backed recommendations.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352044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093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re-engage high-value / at-risk 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4526280"/>
            <a:ext cx="3520440" cy="1554480"/>
          </a:xfrm>
          <a:prstGeom prst="rect">
            <a:avLst>
              <a:gd name="adj" fmla="val 4706"/>
            </a:avLst>
          </a:prstGeom>
          <a:solidFill>
            <a:srgbClr val="2F3C7E"/>
          </a:solidFill>
          <a:ln w="12700">
            <a:solidFill>
              <a:srgbClr val="E3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5093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inventory &amp; marketing on top-performing products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4526280"/>
            <a:ext cx="352044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21624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21624" y="5093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intuition with data-backed recommendations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3C4A94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114800" cy="4114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02920" cy="5486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RetailIQ shows how a structured data science approach converts unorganized e-commerce data into meaningful, decision-ready insight — integrating segmentation, sales analysis, market basket analysis, and predictive modeling into one interactive dashboard.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e-commerce businesses improve customer retention, optimize product offerings, and make informed, data-driven decisions — supporting sustainable business growth.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1737360"/>
            <a:ext cx="3749040" cy="3931920"/>
          </a:xfrm>
          <a:prstGeom prst="rect">
            <a:avLst>
              <a:gd name="adj" fmla="val 2439"/>
            </a:avLst>
          </a:prstGeom>
          <a:solidFill>
            <a:srgbClr val="3C4A94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06740" y="2446020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8206740" y="24460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analysis-ready dataset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06740" y="3067812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8206740" y="30678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3044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(RFM)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06740" y="3689604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8206740" y="36896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3666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association rules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06740" y="4311396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0" name="Text 18"/>
          <p:cNvSpPr/>
          <p:nvPr/>
        </p:nvSpPr>
        <p:spPr>
          <a:xfrm>
            <a:off x="8206740" y="43113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0" y="42885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 model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06740" y="4933188"/>
            <a:ext cx="320040" cy="3200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3" name="Text 21"/>
          <p:cNvSpPr/>
          <p:nvPr/>
        </p:nvSpPr>
        <p:spPr>
          <a:xfrm>
            <a:off x="8206740" y="49331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0" y="4910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interactive dashboard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2026-08-18T04:49:30Z</dcterms:created>
  <dcterms:modified xsi:type="dcterms:W3CDTF">2026-08-18T04:49:30Z</dcterms:modified>
</cp:coreProperties>
</file>